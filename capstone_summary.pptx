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5" d="100"/>
          <a:sy n="155" d="100"/>
        </p:scale>
        <p:origin x="4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161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2560320" cy="2560320"/>
          </a:xfrm>
          <a:prstGeom prst="ellipse">
            <a:avLst/>
          </a:prstGeom>
          <a:solidFill>
            <a:srgbClr val="2A3A8A">
              <a:alpha val="70000"/>
            </a:srgbClr>
          </a:solidFill>
          <a:ln w="12700">
            <a:solidFill>
              <a:srgbClr val="2A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680960" y="-274320"/>
            <a:ext cx="1645920" cy="1645920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457200" y="3840480"/>
            <a:ext cx="1828800" cy="1828800"/>
          </a:xfrm>
          <a:prstGeom prst="ellipse">
            <a:avLst/>
          </a:prstGeom>
          <a:solidFill>
            <a:srgbClr val="CADCFC">
              <a:alpha val="25000"/>
            </a:srgbClr>
          </a:solidFill>
          <a:ln w="12700">
            <a:solidFill>
              <a:srgbClr val="CADCFC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 ·  su26-ai301  ·  SUMMER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Weeks in</a:t>
            </a:r>
            <a:endParaRPr lang="en-US" sz="5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3429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Contributing to pwndbg with AI-assisted development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A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Debosmita Mallick  |  Applied AI Engineering  |  Summer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3464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274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0" y="7498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68680" y="1371600"/>
            <a:ext cx="1097280" cy="914400"/>
          </a:xfrm>
          <a:prstGeom prst="ellipse">
            <a:avLst/>
          </a:prstGeom>
          <a:solidFill>
            <a:srgbClr val="2A3A8A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37160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GDB/LLDB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68680" y="2331720"/>
            <a:ext cx="1097280" cy="914400"/>
          </a:xfrm>
          <a:prstGeom prst="ellipse">
            <a:avLst/>
          </a:prstGeom>
          <a:solidFill>
            <a:srgbClr val="2A3A8A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23317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68680" y="3291840"/>
            <a:ext cx="1097280" cy="914400"/>
          </a:xfrm>
          <a:prstGeom prst="ellipse">
            <a:avLst/>
          </a:prstGeom>
          <a:solidFill>
            <a:srgbClr val="2A3A8A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329184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68680" y="4251960"/>
            <a:ext cx="1097280" cy="914400"/>
          </a:xfrm>
          <a:prstGeom prst="ellipse">
            <a:avLst/>
          </a:prstGeom>
          <a:solidFill>
            <a:srgbClr val="2A3A8A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425196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108960" y="32004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pwndbg?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108960" y="100584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GDB / LLDB Plugin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108960" y="1307592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debuggers with low-level inspection tools for kernel developers and exploit researchers worldwide.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108960" y="201168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Open Source Project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108960" y="2313432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on GitHub with strict contribution standards — code review, CI, and maintainer approval required.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08960" y="301752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Impact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08960" y="3319272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by security researchers for CTFs, kernel hacking, and vulnerability analysis globally.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108960" y="402336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Setup Challenge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108960" y="4325112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not natively supported → discovered Docker path via docker-compose.yml (ubuntu24.04-mount service).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Parallelizing Kernel Image Downloads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2194560" cy="18288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2.5×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2E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2194560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31089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 ·  PR #3972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26080" y="11430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2E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926080" y="1399032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#3005 — Speed up kernel image downloads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26080" y="18013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2E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926080" y="2057400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wget calls made first-time setup take ~45 seconds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26080" y="24597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2E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926080" y="2715768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 background jobs (&amp;), PID arrays, wait loop with error tracking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26080" y="311810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2E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926080" y="3374136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time = slowest single download, not the sum of all downloads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926080" y="37764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2E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926080" y="4032504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tests/library/qemu_system/download-kernel-images.sh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Memory Access Commands for QEMU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2E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38074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#1950 — Add helpers for physical memory read/write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0195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2E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213969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pwndbg command for PhyMemMode maintenance packet — users typed raw GDB packets manually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6090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2E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898648"/>
            <a:ext cx="393192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qemu-mem-mode, physread, and physwrite commands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D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with @pwndbg.commands.OnlyWhenQemuKernel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D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always restored in finally block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9776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2E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FILES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4215384"/>
            <a:ext cx="39319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pwndbg/commands/qemu_mem.py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D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pwndbg/commands/__init__.py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09160" y="1097280"/>
            <a:ext cx="36576" cy="37490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37760" y="11430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Commands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37760" y="1600200"/>
            <a:ext cx="3749040" cy="82296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0" y="16459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qemu-mem-mode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0" y="194767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or set the physical memory access mode on a QEMU target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37760" y="2514600"/>
            <a:ext cx="3749040" cy="82296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0" y="25603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physread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0" y="286207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bytes from a physical address using the maintenance packet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37760" y="3429000"/>
            <a:ext cx="3749040" cy="82296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0" y="34747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physwrite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0" y="377647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bytes to a physical address using the maintenance packet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37760" y="4434840"/>
            <a:ext cx="3749040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37760" y="44348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PR OPEN  ·  Awaiting maintainer review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41732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 Used AI Throughout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060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88720" y="1234440"/>
            <a:ext cx="1143000" cy="9144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88720" y="1234440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66928" y="2286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 Navigation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2834640"/>
            <a:ext cx="2377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Asked Claude to trace file paths and call chains before touching a single line. Mapped pwndbg architecture, command registration patterns, and decorator conventions ahead of coding.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6060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023360" y="1234440"/>
            <a:ext cx="1143000" cy="9144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023360" y="1234440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01568" y="2286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Pre-Review Partner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01568" y="2834640"/>
            <a:ext cx="2377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Prompted for edge cases before pushing: "What could break in physwrite if the mode restore fails?" One round of AI feedback beat two rounds of maintainer feedback.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097280"/>
            <a:ext cx="26060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858000" y="1234440"/>
            <a:ext cx="1143000" cy="9144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0" y="1234440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236208" y="2286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Triage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36208" y="2834640"/>
            <a:ext cx="2377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Pasted CI log output to Claude to distinguish pre-existing test failures from regressions my change introduced. Cut triage time from hours to minutes.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2E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“One round of AI feedback beats two rounds of maintainer feedback”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Learned the Hard Way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2E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41732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Not Supported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719072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Discovered Docker path by reading docker-compose.yml rather than asking maintainers.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350008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230428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-o errexit vs pipefail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260604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Maintainer caught my mistake — both flags must be restored; only one is not enough.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236976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319125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pwndbg argparse Constraint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3493008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enforces type=str on all argparse actions — not documented anywhere.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123944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4078224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bytearray vs bytes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4379976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write_memory expects bytearray, not bytes — caught only by mypy, not at runtime.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1005840"/>
            <a:ext cx="36576" cy="384048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37760" y="1051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2E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GAINED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37760" y="1417320"/>
            <a:ext cx="3749040" cy="50292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74920" y="143560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 parallelism &amp; process management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37760" y="2075688"/>
            <a:ext cx="3749040" cy="50292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74920" y="209397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GDB internals &amp; remote serial protocol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937760" y="2734056"/>
            <a:ext cx="3749040" cy="50292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74920" y="275234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pwndbg plugin architecture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37760" y="3392424"/>
            <a:ext cx="3749040" cy="50292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74920" y="341071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collaboration workflows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937760" y="4050792"/>
            <a:ext cx="3749040" cy="50292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74920" y="40690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1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code review patterns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2926080" cy="2926080"/>
          </a:xfrm>
          <a:prstGeom prst="ellipse">
            <a:avLst/>
          </a:prstGeom>
          <a:solidFill>
            <a:srgbClr val="2A3A8A">
              <a:alpha val="70000"/>
            </a:srgbClr>
          </a:solidFill>
          <a:ln w="12700">
            <a:solidFill>
              <a:srgbClr val="2A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731520" y="-731520"/>
            <a:ext cx="2286000" cy="228600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KEY TAKEAWAYS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Lessons from 10 Weeks in Open Source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47472" cy="41148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43560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codebase before writing a single line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075688"/>
            <a:ext cx="347472" cy="41148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075688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093976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to review your PR before a human does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734056"/>
            <a:ext cx="347472" cy="41148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2734056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2752344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first, plan second, code third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392424"/>
            <a:ext cx="347472" cy="41148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3392424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3410712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scoped PRs get merged — large ones get stuck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050792"/>
            <a:ext cx="347472" cy="41148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4050792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406908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contribution is a conversation, not a submission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47091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8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Debosmita Mallick  ·  Applied AI Engineering su26-ai301  ·  Summer 2026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2926080" cy="2926080"/>
          </a:xfrm>
          <a:prstGeom prst="ellipse">
            <a:avLst/>
          </a:prstGeom>
          <a:solidFill>
            <a:srgbClr val="2A3A8A">
              <a:alpha val="70000"/>
            </a:srgbClr>
          </a:solidFill>
          <a:ln w="12700">
            <a:solidFill>
              <a:srgbClr val="2A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731520" y="-731520"/>
            <a:ext cx="2286000" cy="228600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THANK YOU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You, CodePath!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1380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experience I'll carry forward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1780000"/>
            <a:ext cx="320040" cy="3800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r>
              <a:rPr lang="en-US" b="1" dirty="0"/>
              <a:t>1</a:t>
            </a:r>
          </a:p>
        </p:txBody>
      </p:sp>
      <p:sp>
        <p:nvSpPr>
          <p:cNvPr id="8" name="Text 6"/>
          <p:cNvSpPr/>
          <p:nvPr/>
        </p:nvSpPr>
        <p:spPr>
          <a:xfrm>
            <a:off x="960120" y="1780000"/>
            <a:ext cx="69948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Networked with peers and mentors across the industry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240000"/>
            <a:ext cx="320040" cy="3800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r>
              <a:rPr lang="en-US" b="1" dirty="0"/>
              <a:t>2a</a:t>
            </a:r>
          </a:p>
        </p:txBody>
      </p:sp>
      <p:sp>
        <p:nvSpPr>
          <p:cNvPr id="10" name="Text 8"/>
          <p:cNvSpPr/>
          <p:nvPr/>
        </p:nvSpPr>
        <p:spPr>
          <a:xfrm>
            <a:off x="960120" y="2240000"/>
            <a:ext cx="69948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open source contribution end-to-end — issue to merged PR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700000"/>
            <a:ext cx="320040" cy="3800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r>
              <a:rPr lang="en-US" b="1" dirty="0"/>
              <a:t>3</a:t>
            </a:r>
          </a:p>
        </p:txBody>
      </p:sp>
      <p:sp>
        <p:nvSpPr>
          <p:cNvPr id="12" name="Text 10"/>
          <p:cNvSpPr/>
          <p:nvPr/>
        </p:nvSpPr>
        <p:spPr>
          <a:xfrm>
            <a:off x="960120" y="2700000"/>
            <a:ext cx="69948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 interview prep, resume reviews, and career guidance from Tech Fellows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160000"/>
            <a:ext cx="320040" cy="3800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r>
              <a:rPr lang="en-US" b="1" dirty="0"/>
              <a:t>4</a:t>
            </a:r>
          </a:p>
        </p:txBody>
      </p:sp>
      <p:sp>
        <p:nvSpPr>
          <p:cNvPr id="14" name="Text 12"/>
          <p:cNvSpPr/>
          <p:nvPr/>
        </p:nvSpPr>
        <p:spPr>
          <a:xfrm>
            <a:off x="960120" y="3160000"/>
            <a:ext cx="69948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Loved the responsiveness and motivation of the Tech Fellows community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3700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 back soon for the Intermediate Cybersecurity course — can't wait!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47091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8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Debosmita Mallick  ·  Applied AI Engineering su26-ai301  ·  Summer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693</Words>
  <Application>Microsoft Macintosh PowerPoint</Application>
  <PresentationFormat>On-screen Show (16:9)</PresentationFormat>
  <Paragraphs>121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Debosmita Mallick</cp:lastModifiedBy>
  <cp:revision>2</cp:revision>
  <dcterms:created xsi:type="dcterms:W3CDTF">2026-08-05T11:52:29Z</dcterms:created>
  <dcterms:modified xsi:type="dcterms:W3CDTF">2026-08-05T12:02:52Z</dcterms:modified>
</cp:coreProperties>
</file>